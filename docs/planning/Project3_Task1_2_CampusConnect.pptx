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37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
[Sources]
- Project3-Task12.pdf, pages 7-21 (wireframe purpose, standard elements, grayscale guidance, and PNG export instructions)
- Project3.pdf, page 1 (app requirements: authentication, validated posting form, responsive use, and live deployment)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4-5 (Task 1 deliverables and proposal sections)
- Project3.pdf, page 1 (Project 3 objective and required technologies)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7-21 (wireframe purpose, standard elements, grayscale guidance, and PNG export instructions)
- Project3.pdf, page 1 (app requirements: authentication, validated posting form, responsive use, and live deployment)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7-21 (wireframe purpose, standard elements, grayscale guidance, and PNG export instructions)
- Project3.pdf, page 1 (app requirements: authentication, validated posting form, responsive use, and live deployment)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7-21 (wireframe purpose, standard elements, grayscale guidance, and PNG export instructions)
- Project3.pdf, page 1 (app requirements: authentication, validated posting form, responsive use, and live deployment)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7-21 (wireframe purpose, standard elements, grayscale guidance, and PNG export instructions)
- Project3.pdf, page 1 (app requirements: authentication, validated posting form, responsive use, and live deployment)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Project3-Task12.pdf, pages 7-21 (wireframe purpose, standard elements, grayscale guidance, and PNG export instructions)
- Project3.pdf, page 1 (app requirements: authentication, validated posting form, responsive use, and live deployment)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" y="877824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3 • Task 1 &amp;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7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0"/>
            <a:ext cx="1261872" cy="1261872"/>
          </a:xfrm>
          <a:prstGeom prst="rect">
            <a:avLst/>
          </a:prstGeom>
          <a:solidFill>
            <a:srgbClr val="1A5F9B"/>
          </a:solidFill>
          <a:ln w="12700">
            <a:solidFill>
              <a:srgbClr val="1A5F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55480" y="146304"/>
            <a:ext cx="1005840" cy="1005840"/>
          </a:xfrm>
          <a:prstGeom prst="rect">
            <a:avLst/>
          </a:prstGeom>
          <a:solidFill>
            <a:srgbClr val="1E6AA7">
              <a:alpha val="88000"/>
            </a:srgbClr>
          </a:solidFill>
          <a:ln w="12700">
            <a:solidFill>
              <a:srgbClr val="1E6AA7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650992"/>
            <a:ext cx="1133856" cy="1133856"/>
          </a:xfrm>
          <a:prstGeom prst="rect">
            <a:avLst/>
          </a:prstGeom>
          <a:solidFill>
            <a:srgbClr val="1E6AA7"/>
          </a:solidFill>
          <a:ln w="12700">
            <a:solidFill>
              <a:srgbClr val="1E6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35024" y="5650992"/>
            <a:ext cx="841248" cy="841248"/>
          </a:xfrm>
          <a:prstGeom prst="rect">
            <a:avLst/>
          </a:prstGeom>
          <a:solidFill>
            <a:srgbClr val="144B82"/>
          </a:solidFill>
          <a:ln w="12700">
            <a:solidFill>
              <a:srgbClr val="144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30428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3 Proposal &amp; Wireframes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29443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CE9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Connect — Student Events SPA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880360" y="3977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EA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Name: Sailesh Mohapatra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EA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Title: WEB 803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EA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&amp; 2 submission deck with embedded PNG wireframes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+ project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15568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Connect is a proposed single-page application for a university Student Life office that wants one modern place for campus events, club announcements, and student updates.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303520" cy="73152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176272"/>
            <a:ext cx="53949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information is scattered across email, social posts, and flyers, which makes updates hard to track.</a:t>
            </a:r>
            <a:endParaRPr lang="en-US" sz="1540" dirty="0"/>
          </a:p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need a faster way to discover events, while organizers need secure tools to add, edit, and manage posts.</a:t>
            </a:r>
            <a:endParaRPr lang="en-US" sz="1540" dirty="0"/>
          </a:p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app focuses on React JS for the front end and MongoDB / Express for the back end.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6995160" y="2212848"/>
            <a:ext cx="1188720" cy="0"/>
          </a:xfrm>
          <a:prstGeom prst="line">
            <a:avLst/>
          </a:prstGeom>
          <a:noFill/>
          <a:ln w="12700">
            <a:solidFill>
              <a:srgbClr val="A7AF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49640" y="2212848"/>
            <a:ext cx="1207008" cy="0"/>
          </a:xfrm>
          <a:prstGeom prst="line">
            <a:avLst/>
          </a:prstGeom>
          <a:noFill/>
          <a:ln w="12700">
            <a:solidFill>
              <a:srgbClr val="A7AF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1737360"/>
            <a:ext cx="135331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31152" y="1874520"/>
            <a:ext cx="347472" cy="347472"/>
          </a:xfrm>
          <a:prstGeom prst="ellipse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31152" y="19293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9288" y="1737360"/>
            <a:ext cx="1353312" cy="987552"/>
          </a:xfrm>
          <a:prstGeom prst="roundRect">
            <a:avLst>
              <a:gd name="adj" fmla="val 3704"/>
            </a:avLst>
          </a:prstGeom>
          <a:solidFill>
            <a:srgbClr val="EAF3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0" y="1874520"/>
            <a:ext cx="347472" cy="347472"/>
          </a:xfrm>
          <a:prstGeom prst="ellipse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19293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0728" y="23317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92056" y="1737360"/>
            <a:ext cx="135331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76688" y="1874520"/>
            <a:ext cx="347472" cy="347472"/>
          </a:xfrm>
          <a:prstGeom prst="ellipse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76688" y="19293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83496" y="23317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&amp; Manage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200400"/>
            <a:ext cx="498348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3200400"/>
            <a:ext cx="109728" cy="1737360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9400" y="3364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3703320"/>
            <a:ext cx="4572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Connect lets students browse events and lets authorized organizers securely create, update, and manage event posts from any device.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589788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59436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proposal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Goals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should accomplish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07492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109728" cy="1463040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3990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information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173736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scattered communication channels with one searchable event feed and announcement hub.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07492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109728" cy="1463040"/>
          </a:xfrm>
          <a:prstGeom prst="rect">
            <a:avLst/>
          </a:prstGeom>
          <a:solidFill>
            <a:srgbClr val="5A95CF"/>
          </a:solidFill>
          <a:ln w="12700">
            <a:solidFill>
              <a:srgbClr val="5A9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3990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content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signup, login, logout, authorization, sessions, and cookies for protected actions.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507492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3108960"/>
            <a:ext cx="109728" cy="1463040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32735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data accuracy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3611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validated forms so organizers can publish consistent titles, dates, locations, and descriptions.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07492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3108960"/>
            <a:ext cx="109728" cy="1463040"/>
          </a:xfrm>
          <a:prstGeom prst="rect">
            <a:avLst/>
          </a:prstGeom>
          <a:solidFill>
            <a:srgbClr val="5A95CF"/>
          </a:solidFill>
          <a:ln w="12700">
            <a:solidFill>
              <a:srgbClr val="5A9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32735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across devices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 responsive SPA and PWA experience that works on desktop, tablet, and mobile.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175504"/>
            <a:ext cx="10735056" cy="713232"/>
          </a:xfrm>
          <a:prstGeom prst="roundRect">
            <a:avLst>
              <a:gd name="adj" fmla="val 5128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41324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of Success: students can find relevant events quickly, and organizers can publish or update information without needing staff to manually edit every post.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5989320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603504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to project objectives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Audience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and secondary users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1155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serves three connected user groups, each with a different task focus but a shared need for quick mobile-friendly access.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338328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39696" y="1993392"/>
            <a:ext cx="566928" cy="566928"/>
          </a:xfrm>
          <a:prstGeom prst="ellipse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39696" y="204825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651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18–35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Mobile-first campus users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Need: discover events, search by category, save favorites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1536192" y="4709160"/>
            <a:ext cx="1810512" cy="292608"/>
          </a:xfrm>
          <a:prstGeom prst="roundRect">
            <a:avLst>
              <a:gd name="adj" fmla="val 1562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36192" y="475488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 group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44568" y="1737360"/>
            <a:ext cx="3383280" cy="3383280"/>
          </a:xfrm>
          <a:prstGeom prst="roundRect">
            <a:avLst>
              <a:gd name="adj" fmla="val 1351"/>
            </a:avLst>
          </a:prstGeom>
          <a:solidFill>
            <a:srgbClr val="EAF3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34456" y="1993392"/>
            <a:ext cx="566928" cy="566928"/>
          </a:xfrm>
          <a:prstGeom prst="ellipse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34456" y="204825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7448" y="2651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leaders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82312" y="3044952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20–40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organizers and faculty advisors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Need: sign in, create posts, edit details, manage drafts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330952" y="4709160"/>
            <a:ext cx="1810512" cy="292608"/>
          </a:xfrm>
          <a:prstGeom prst="roundRect">
            <a:avLst>
              <a:gd name="adj" fmla="val 15625"/>
            </a:avLst>
          </a:prstGeom>
          <a:solidFill>
            <a:srgbClr val="DBEAF9"/>
          </a:solidFill>
          <a:ln w="12700">
            <a:solidFill>
              <a:srgbClr val="DBE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30952" y="475488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creator role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339328" y="1737360"/>
            <a:ext cx="338328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29216" y="1993392"/>
            <a:ext cx="566928" cy="566928"/>
          </a:xfrm>
          <a:prstGeom prst="ellipse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29216" y="204825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22208" y="2651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/ moderators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77072" y="3044952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25–50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support users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Need: review content, manage accounts, support announcements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9125712" y="4709160"/>
            <a:ext cx="1810512" cy="292608"/>
          </a:xfrm>
          <a:prstGeom prst="roundRect">
            <a:avLst>
              <a:gd name="adj" fmla="val 1562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25712" y="475488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creator role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experience for the SPA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338328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325880"/>
            <a:ext cx="109728" cy="1572768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+ filters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events by keyword, club, date, or category from the home screen.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44568" y="1325880"/>
            <a:ext cx="338328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44568" y="1325880"/>
            <a:ext cx="109728" cy="1572768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Signup, login, logout, and authorization for organizer-only actions.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39328" y="1325880"/>
            <a:ext cx="338328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39328" y="1325880"/>
            <a:ext cx="109728" cy="1572768"/>
          </a:xfrm>
          <a:prstGeom prst="rect">
            <a:avLst/>
          </a:prstGeom>
          <a:solidFill>
            <a:srgbClr val="3F7FBC"/>
          </a:solidFill>
          <a:ln w="12700">
            <a:solidFill>
              <a:srgbClr val="3F7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67928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/ edit forms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67928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forms for adding or updating event details and announcements.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" y="3383280"/>
            <a:ext cx="338328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3383280"/>
            <a:ext cx="109728" cy="1572768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8408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8408" y="3886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personal workspace to manage published posts, drafts, and saved items.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44568" y="3383280"/>
            <a:ext cx="338328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44568" y="3383280"/>
            <a:ext cx="109728" cy="1572768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PWA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73168" y="3886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mobile-friendly interface that can be installed for quick return visits.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39328" y="3383280"/>
            <a:ext cx="338328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39328" y="3383280"/>
            <a:ext cx="109728" cy="1572768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67928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handling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67928" y="3886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routes with sessions, cookies, and HTTPS / SSL awareness.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" y="5577840"/>
            <a:ext cx="10698480" cy="420624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5696712"/>
            <a:ext cx="10149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features directly support add/update actions on the view, authentication, validated posting, and multi-device access.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stack for 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1155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stack follows the Project 3 brief and keeps the app modular enough for later team development.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1071676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709928"/>
            <a:ext cx="10351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011680"/>
            <a:ext cx="10351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JS • React Router • Bootstrap 5 • SASS / LESS • JSON / AJAX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10716768" cy="91440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834640"/>
            <a:ext cx="10351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3136392"/>
            <a:ext cx="10351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• Express • REST API routes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3822192"/>
            <a:ext cx="1071676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959352"/>
            <a:ext cx="10351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security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4261104"/>
            <a:ext cx="10351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• Mongoose • Authentication / Authorization • Sessions &amp; Cookies • SSL / HTTPS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9808" y="4946904"/>
            <a:ext cx="10716768" cy="91440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5084064"/>
            <a:ext cx="10351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5385816"/>
            <a:ext cx="10351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 support • GitHub repository • Live server deployment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Collaboration-ready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split for working with a partner later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097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module split, consistent naming, and feature branches make it easier to extend this project with a group partner.</a:t>
            </a:r>
            <a:endParaRPr lang="en-US" sz="1510" dirty="0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3794760" cy="4160520"/>
          </a:xfrm>
          <a:prstGeom prst="roundRect">
            <a:avLst>
              <a:gd name="adj" fmla="val 96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773936"/>
            <a:ext cx="3337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middleware/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wireframes/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5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backlog/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4901184" y="1572768"/>
            <a:ext cx="3044952" cy="1847088"/>
          </a:xfrm>
          <a:prstGeom prst="roundRect">
            <a:avLst>
              <a:gd name="adj" fmla="val 2475"/>
            </a:avLst>
          </a:prstGeom>
          <a:solidFill>
            <a:srgbClr val="EAF3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38928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+ shared layout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395728"/>
            <a:ext cx="2423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page and browse flow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Header / Footer / </a:t>
            </a:r>
            <a:r>
              <a:rPr lang="en-US" sz="1280" dirty="0" err="1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EventCard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styling and PWA shell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165592" y="1572768"/>
            <a:ext cx="3044952" cy="1847088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94192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+ data features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75904" y="2395728"/>
            <a:ext cx="2423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Signup / login / logout flow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Create-edit form and validation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+ event API routes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901184" y="3767328"/>
            <a:ext cx="6309360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38928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working rules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02352" y="4315968"/>
            <a:ext cx="5650992" cy="11521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matching page names: Home, Auth, CreateEvent, Dashboard.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design tokens and reusable components in shared folders.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feature branches (feature/home, feature/auth, feature/dashboard) and merge to dev before main.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work against the same wireframe IDs used below: WF-01 to WF-04.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7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0"/>
            <a:ext cx="1261872" cy="1261872"/>
          </a:xfrm>
          <a:prstGeom prst="rect">
            <a:avLst/>
          </a:prstGeom>
          <a:solidFill>
            <a:srgbClr val="1B5E96"/>
          </a:solidFill>
          <a:ln w="12700">
            <a:solidFill>
              <a:srgbClr val="1B5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55480" y="146304"/>
            <a:ext cx="1005840" cy="1005840"/>
          </a:xfrm>
          <a:prstGeom prst="rect">
            <a:avLst/>
          </a:prstGeom>
          <a:solidFill>
            <a:srgbClr val="215A96">
              <a:alpha val="88000"/>
            </a:srgbClr>
          </a:solidFill>
          <a:ln w="12700">
            <a:solidFill>
              <a:srgbClr val="215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650992"/>
            <a:ext cx="1133856" cy="1133856"/>
          </a:xfrm>
          <a:prstGeom prst="rect">
            <a:avLst/>
          </a:prstGeom>
          <a:solidFill>
            <a:srgbClr val="1E6AA7"/>
          </a:solidFill>
          <a:ln w="12700">
            <a:solidFill>
              <a:srgbClr val="1E6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35024" y="5650992"/>
            <a:ext cx="841248" cy="841248"/>
          </a:xfrm>
          <a:prstGeom prst="rect">
            <a:avLst/>
          </a:prstGeom>
          <a:solidFill>
            <a:srgbClr val="154B82"/>
          </a:solidFill>
          <a:ln w="12700">
            <a:solidFill>
              <a:srgbClr val="154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— Wireframes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290779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E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exports inserted into the same presentation as requested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02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3 • Task 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1 — Home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PNG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9808" y="1078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events, search, explore categories, and move into the sign-in or posting flow.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10881360" cy="4800600"/>
          </a:xfrm>
          <a:prstGeom prst="roundRect">
            <a:avLst>
              <a:gd name="adj" fmla="val 952"/>
            </a:avLst>
          </a:prstGeom>
          <a:solidFill>
            <a:srgbClr val="F2F2F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roject3_WF_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633" y="1664208"/>
            <a:ext cx="7884558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64040" y="10789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82328" y="114300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exported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2 — Sign In / Sign 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PNG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9808" y="1078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entry point for returning users plus account creation for new organizers and students.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10881360" cy="4800600"/>
          </a:xfrm>
          <a:prstGeom prst="roundRect">
            <a:avLst>
              <a:gd name="adj" fmla="val 952"/>
            </a:avLst>
          </a:prstGeom>
          <a:solidFill>
            <a:srgbClr val="F2F2F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roject3_WF_02_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633" y="1664208"/>
            <a:ext cx="7884558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64040" y="10789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82328" y="114300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exported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3 — Create / Edit Event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PNG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9808" y="1078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form for posting or updating event information inside the dashboard.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10881360" cy="4800600"/>
          </a:xfrm>
          <a:prstGeom prst="roundRect">
            <a:avLst>
              <a:gd name="adj" fmla="val 952"/>
            </a:avLst>
          </a:prstGeom>
          <a:solidFill>
            <a:srgbClr val="F2F2F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roject3_WF_03_Create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633" y="1664208"/>
            <a:ext cx="7884558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64040" y="10789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82328" y="114300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exported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4 — Dashboard / Manage Posts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503920" y="457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PNG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9808" y="1078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253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 workspace for monitoring posts, drafts, and edit actions.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10881360" cy="4800600"/>
          </a:xfrm>
          <a:prstGeom prst="roundRect">
            <a:avLst>
              <a:gd name="adj" fmla="val 952"/>
            </a:avLst>
          </a:prstGeom>
          <a:solidFill>
            <a:srgbClr val="F2F2F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roject3_WF_04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633" y="1664208"/>
            <a:ext cx="7884558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64040" y="10789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82328" y="114300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exported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1500</Words>
  <Application>Microsoft Macintosh PowerPoint</Application>
  <PresentationFormat>Widescreen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 Proposal &amp; Wireframes - Campus Connect</dc:title>
  <dc:subject>Project 3 Task 1 &amp; 2</dc:subject>
  <dc:creator>OpenAI</dc:creator>
  <cp:lastModifiedBy>Sailesh Mohapatra</cp:lastModifiedBy>
  <cp:revision>2</cp:revision>
  <dcterms:created xsi:type="dcterms:W3CDTF">2026-03-29T02:24:20Z</dcterms:created>
  <dcterms:modified xsi:type="dcterms:W3CDTF">2026-03-29T18:16:11Z</dcterms:modified>
</cp:coreProperties>
</file>